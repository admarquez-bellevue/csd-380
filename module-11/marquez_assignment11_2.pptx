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25"/>
  </p:normalViewPr>
  <p:slideViewPr>
    <p:cSldViewPr snapToGrid="0">
      <p:cViewPr>
        <p:scale>
          <a:sx n="60" d="100"/>
          <a:sy n="60" d="100"/>
        </p:scale>
        <p:origin x="2576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co.ai/hub/github-security-checklist" TargetMode="External"/><Relationship Id="rId2" Type="http://schemas.openxmlformats.org/officeDocument/2006/relationships/hyperlink" Target="https://snyk.io/articles/securing-source-code-repositori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uridata.ai/blog/7-github-security-best-practices-for-20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16DC-BE46-3E7D-0F2B-0C4748499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Security Controls in Shared source-code Repos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2C628-EA84-DCDA-D7AD-B4DF1B1AB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Adrian Marquez</a:t>
            </a:r>
          </a:p>
          <a:p>
            <a:r>
              <a:rPr lang="en-US" dirty="0"/>
              <a:t>CSD380</a:t>
            </a:r>
          </a:p>
        </p:txBody>
      </p:sp>
    </p:spTree>
    <p:extLst>
      <p:ext uri="{BB962C8B-B14F-4D97-AF65-F5344CB8AC3E}">
        <p14:creationId xmlns:p14="http://schemas.microsoft.com/office/powerpoint/2010/main" val="209285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1ACA-E87D-EB5B-D816-D37FA474F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&amp; Access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00170-B737-39DC-0C55-5461882A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Enforce Multi-Factor Authentication organization wide.</a:t>
            </a:r>
          </a:p>
          <a:p>
            <a:r>
              <a:rPr lang="en-US" dirty="0"/>
              <a:t>Use least-privilege roles and team-based access (read/write/admin separation).</a:t>
            </a:r>
          </a:p>
          <a:p>
            <a:r>
              <a:rPr lang="en-US" dirty="0"/>
              <a:t>Regularly audit access logs and revoke inactive users.</a:t>
            </a:r>
          </a:p>
        </p:txBody>
      </p:sp>
    </p:spTree>
    <p:extLst>
      <p:ext uri="{BB962C8B-B14F-4D97-AF65-F5344CB8AC3E}">
        <p14:creationId xmlns:p14="http://schemas.microsoft.com/office/powerpoint/2010/main" val="4279162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DF6B-171F-7462-3470-40B67CB32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protection &amp; Workflow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96C99-CDB2-F87D-A4F9-E0C99CD46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branch protection rules on critical branches (require reviews, pass CI checks, disable force push).</a:t>
            </a:r>
          </a:p>
          <a:p>
            <a:r>
              <a:rPr lang="en-US" dirty="0"/>
              <a:t>Use code owners to enforce review by experts.</a:t>
            </a:r>
          </a:p>
          <a:p>
            <a:r>
              <a:rPr lang="en-US" dirty="0"/>
              <a:t>Maintain a </a:t>
            </a:r>
            <a:r>
              <a:rPr lang="en-US" dirty="0" err="1"/>
              <a:t>SECURITY.md</a:t>
            </a:r>
            <a:r>
              <a:rPr lang="en-US" dirty="0"/>
              <a:t> to guide vulnerability reporting.</a:t>
            </a:r>
          </a:p>
        </p:txBody>
      </p:sp>
    </p:spTree>
    <p:extLst>
      <p:ext uri="{BB962C8B-B14F-4D97-AF65-F5344CB8AC3E}">
        <p14:creationId xmlns:p14="http://schemas.microsoft.com/office/powerpoint/2010/main" val="28652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B363-E949-A93C-6F57-D185A65E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Secrets &amp; Credential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287D0-F8F1-1101-6FC5-1B7EFDF6F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Never commit secrets: Use environment variables or secret-management services.</a:t>
            </a:r>
          </a:p>
          <a:p>
            <a:r>
              <a:rPr lang="en-US" dirty="0"/>
              <a:t>Enable secret-scanning tools (GitHub Advanced Security, </a:t>
            </a:r>
            <a:r>
              <a:rPr lang="en-US" dirty="0" err="1"/>
              <a:t>TruffleHog</a:t>
            </a:r>
            <a:r>
              <a:rPr lang="en-US" dirty="0"/>
              <a:t>, git-secrets).</a:t>
            </a:r>
          </a:p>
        </p:txBody>
      </p:sp>
    </p:spTree>
    <p:extLst>
      <p:ext uri="{BB962C8B-B14F-4D97-AF65-F5344CB8AC3E}">
        <p14:creationId xmlns:p14="http://schemas.microsoft.com/office/powerpoint/2010/main" val="44704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9EB3-35F3-0911-C56D-94DBFCD1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integrity &amp; Supply chain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F2476-BEF2-255A-6A38-D46B5B210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Enforce commit signing to authenticate contributors.</a:t>
            </a:r>
          </a:p>
          <a:p>
            <a:r>
              <a:rPr lang="en-US" dirty="0"/>
              <a:t>Implement signed releases and secure packaging to ensure artifact authenticity.</a:t>
            </a:r>
          </a:p>
          <a:p>
            <a:r>
              <a:rPr lang="en-US" dirty="0"/>
              <a:t>Use dependency scanning (SAST, SCA tools like </a:t>
            </a:r>
            <a:r>
              <a:rPr lang="en-US" dirty="0" err="1"/>
              <a:t>Dependabot</a:t>
            </a:r>
            <a:r>
              <a:rPr lang="en-US" dirty="0"/>
              <a:t>, </a:t>
            </a:r>
            <a:r>
              <a:rPr lang="en-US" dirty="0" err="1"/>
              <a:t>CodeQL</a:t>
            </a:r>
            <a:r>
              <a:rPr lang="en-US" dirty="0"/>
              <a:t>) within CI.</a:t>
            </a:r>
          </a:p>
        </p:txBody>
      </p:sp>
    </p:spTree>
    <p:extLst>
      <p:ext uri="{BB962C8B-B14F-4D97-AF65-F5344CB8AC3E}">
        <p14:creationId xmlns:p14="http://schemas.microsoft.com/office/powerpoint/2010/main" val="1362838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8033-8503-035E-424E-974454F36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&amp; workflow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4080-0324-3B73-8AD3-A9ACE4482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Secure CI workflows: limit third-party actions, avoid over-permissive runners.</a:t>
            </a:r>
          </a:p>
          <a:p>
            <a:r>
              <a:rPr lang="en-US" dirty="0"/>
              <a:t>Ensure CI builds/deploys every commit for transparency.</a:t>
            </a:r>
          </a:p>
          <a:p>
            <a:r>
              <a:rPr lang="en-US" dirty="0"/>
              <a:t>Automate vulnerability scanning and tests on PRs.</a:t>
            </a:r>
          </a:p>
        </p:txBody>
      </p:sp>
    </p:spTree>
    <p:extLst>
      <p:ext uri="{BB962C8B-B14F-4D97-AF65-F5344CB8AC3E}">
        <p14:creationId xmlns:p14="http://schemas.microsoft.com/office/powerpoint/2010/main" val="262832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7266-54B3-3C8D-090F-7D75600A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Monitoring, Audits &amp; Incident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5E05E-4772-B6F1-1A34-EF69530D0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Maintain audit logs for all repository activity ( who changed what and when).</a:t>
            </a:r>
          </a:p>
          <a:p>
            <a:r>
              <a:rPr lang="en-US" dirty="0"/>
              <a:t>Perform regular reviews of dependencies and user access.</a:t>
            </a:r>
          </a:p>
          <a:p>
            <a:r>
              <a:rPr lang="en-US" dirty="0"/>
              <a:t>Define and practice an incident response plan for vulnerability and breach scenarios.</a:t>
            </a:r>
          </a:p>
        </p:txBody>
      </p:sp>
    </p:spTree>
    <p:extLst>
      <p:ext uri="{BB962C8B-B14F-4D97-AF65-F5344CB8AC3E}">
        <p14:creationId xmlns:p14="http://schemas.microsoft.com/office/powerpoint/2010/main" val="3571315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1807-20F0-092B-9F7D-C6E34B63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351B7-D8EE-6C86-3A3A-425C0413B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Tal, L. (2023). </a:t>
            </a:r>
            <a:r>
              <a:rPr lang="en-US" i="1" dirty="0"/>
              <a:t>Securing Source Code in Repositories is Essential: How To Get Started</a:t>
            </a:r>
            <a:r>
              <a:rPr lang="en-US" dirty="0"/>
              <a:t>. </a:t>
            </a:r>
            <a:r>
              <a:rPr lang="en-US" dirty="0" err="1"/>
              <a:t>Snyk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https://snyk.io/articles/securing-source-code-repositories/</a:t>
            </a:r>
            <a:endParaRPr lang="en-US" dirty="0"/>
          </a:p>
          <a:p>
            <a:r>
              <a:rPr lang="en-US" i="1" dirty="0"/>
              <a:t>GitHub Security Checklist: 9 Must-Follow Best Practices</a:t>
            </a:r>
            <a:r>
              <a:rPr lang="en-US" dirty="0"/>
              <a:t>. (2024). </a:t>
            </a:r>
            <a:r>
              <a:rPr lang="en-US" dirty="0" err="1"/>
              <a:t>Reco.ai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https://www.reco.ai/hub/github-security-checklist</a:t>
            </a:r>
            <a:endParaRPr lang="en-US" dirty="0"/>
          </a:p>
          <a:p>
            <a:r>
              <a:rPr lang="en-US" dirty="0"/>
              <a:t>Ohayon, H. (2024, May 13). </a:t>
            </a:r>
            <a:r>
              <a:rPr lang="en-US" i="1" dirty="0"/>
              <a:t>7 GitHub Security Best Practices for 2024</a:t>
            </a:r>
            <a:r>
              <a:rPr lang="en-US" dirty="0"/>
              <a:t>. </a:t>
            </a:r>
            <a:r>
              <a:rPr lang="en-US" dirty="0" err="1"/>
              <a:t>Suridata</a:t>
            </a:r>
            <a:r>
              <a:rPr lang="en-US" dirty="0"/>
              <a:t>. </a:t>
            </a:r>
            <a:r>
              <a:rPr lang="en-US" dirty="0">
                <a:hlinkClick r:id="rId4"/>
              </a:rPr>
              <a:t>https://www.suridata.ai/blog/7-github-security-best-practices-for-2024/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2902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198</TotalTime>
  <Words>322</Words>
  <Application>Microsoft Macintosh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Security Controls in Shared source-code Repos</vt:lpstr>
      <vt:lpstr>Identity &amp; Access Management</vt:lpstr>
      <vt:lpstr>Branch protection &amp; Workflow governance</vt:lpstr>
      <vt:lpstr>Secrets &amp; Credential management</vt:lpstr>
      <vt:lpstr>Code integrity &amp; Supply chain security</vt:lpstr>
      <vt:lpstr>CI/CD &amp; workflow security</vt:lpstr>
      <vt:lpstr>Monitoring, Audits &amp; Incident Response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Marquez, Adrian (anmarquez)</dc:creator>
  <cp:lastModifiedBy>Marquez, Adrian (anmarquez)</cp:lastModifiedBy>
  <cp:revision>1</cp:revision>
  <dcterms:created xsi:type="dcterms:W3CDTF">2025-07-20T00:13:24Z</dcterms:created>
  <dcterms:modified xsi:type="dcterms:W3CDTF">2025-07-20T03:31:50Z</dcterms:modified>
</cp:coreProperties>
</file>